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4" r:id="rId3"/>
    <p:sldId id="395" r:id="rId4"/>
    <p:sldId id="396" r:id="rId5"/>
    <p:sldId id="398" r:id="rId6"/>
    <p:sldId id="397" r:id="rId7"/>
    <p:sldId id="39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F722F-CD0C-79A9-FF91-4DC3A27D9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FC7B3B-8B39-8901-1D56-E44AEB065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0F274A-99F3-F15F-2803-CF2284F0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642724-71EF-D0EE-4187-F6BB736A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612410-7B8F-70B2-C73E-11DB642B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85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CE2F57-8E57-72ED-96FE-4D20E1E6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CCCCD9-1423-4889-FFC5-E9AD56BE1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F2BFC1-F206-5388-65A5-0A861002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7A076A-EF60-DEC2-6FFB-B80BED03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7FEE9E-3BB5-2CD8-3274-5166895F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87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AAE076-C146-912F-2EE9-4BE02315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0278FC-14C5-00EE-763D-0E694AF60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B6CD8-7F83-E7C0-FB2B-21ADC5E5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A1DB1D-3246-DF77-447F-A7A0A7FF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A66561-178A-9983-D53D-DAC77FE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3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12713-B46A-40B9-8301-32E2865F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C08CC2-EF61-F0EC-C907-21D72B546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3158B6-FDD2-654A-7E24-93A2CC35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24E4DE-6119-1DA2-D2C6-9B5E322F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7D9232-F373-5EB8-7832-605D0D71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5B509B-2077-3F08-1D1D-139EE1CE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4008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3AE99E-0170-1AC5-2652-FF32F59D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AAA92B-F411-F1B0-4F61-75C512661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D1E5C5-E151-4FE4-FAC1-E3E18BA50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2C9BE9-4ED5-7290-418A-AD3EBA4A0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AB0F2EC-ACB0-D5E0-FBAD-575238916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E1DE42-C798-4DFF-3A76-55DD53CF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302D79-8F55-4FC3-5B18-D8E1FB60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6BB59C1-9203-2854-273E-C1DBB794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91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A9334-B3E2-7567-427E-D5ACFBBF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C40FD0-091F-7AFB-0388-8F7F613B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89AA7-5A80-9B4D-D4D9-B4CF58F0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10A8E3-B7D9-E494-9D83-A689D3F8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39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3CE59A9-97D6-63DA-468B-B4EA0E31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4F987AA-45B1-1857-B158-D5500D53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B89994-64E3-D3A5-A862-87E888B0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32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16277-CD79-8D14-D416-B73F9C05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0A77A5-7283-FA4D-DD61-8355D88C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078240-3318-08FF-8937-BBF584039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E2DE6B-8E27-32BA-DEF5-FAFA3DC8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757CAA-1073-3075-3881-165BDE88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643582-826D-3F66-5421-5FEE14FA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68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8C515A-E349-8216-F8DE-A2982C57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C59B0A-BDF8-498B-95F6-3B1753622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17F6FD-8BE7-74AD-A082-B58DA17AF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391A74-CA95-F13A-BCBF-D28028DF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B1736F-B248-C7E5-E154-3DE98DE9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6903A8-C5E9-B403-AF5C-127A3F14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151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5B834E-78A8-478A-EFF8-38E60A51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CD37BC-2189-C66F-D2D0-EF1BCCCAE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D768C7-8411-FF8D-EAF8-C874304F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F8DD45-B807-B7D6-99BA-7D64CEFF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E7AB47-2D53-F20C-4C9B-3B99DD27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36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5A8796-19D3-C5D6-F658-AAAB2A9AD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370634-3C69-A6A3-191D-AD306EE05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12D17A-F348-C914-E4F6-D8A4D912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6C34D1-64D0-2C13-5906-315109EC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C9644B-B36B-67BA-48D3-B79CB77A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97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655EC14-EA60-BF96-4EC5-2FDCEA19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922A1A-4BAA-A53B-7EC2-14177D08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78E347-2F81-0B95-5588-431220CC1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E7360-8A74-41B2-9382-FCBD0520939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94B242-494C-0AE8-A97B-C187CD449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E54189-BB14-AACB-5776-F5AA2047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E4898-8DB1-49F8-B587-9FA85F59C2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08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楕円 13">
            <a:extLst>
              <a:ext uri="{FF2B5EF4-FFF2-40B4-BE49-F238E27FC236}">
                <a16:creationId xmlns:a16="http://schemas.microsoft.com/office/drawing/2014/main" id="{09D366CE-0169-DDB5-149E-9BFC2EE56B9B}"/>
              </a:ext>
            </a:extLst>
          </p:cNvPr>
          <p:cNvSpPr/>
          <p:nvPr/>
        </p:nvSpPr>
        <p:spPr>
          <a:xfrm>
            <a:off x="550574" y="360367"/>
            <a:ext cx="115824" cy="12801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8B00BA7-7DFD-7FA1-240D-486988C13EBE}"/>
              </a:ext>
            </a:extLst>
          </p:cNvPr>
          <p:cNvGrpSpPr/>
          <p:nvPr/>
        </p:nvGrpSpPr>
        <p:grpSpPr>
          <a:xfrm>
            <a:off x="5348126" y="143197"/>
            <a:ext cx="1424940" cy="635508"/>
            <a:chOff x="9202674" y="2218182"/>
            <a:chExt cx="1424940" cy="635508"/>
          </a:xfrm>
        </p:grpSpPr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0A80F5D2-8002-411E-7F09-C72C9AE0599C}"/>
                </a:ext>
              </a:extLst>
            </p:cNvPr>
            <p:cNvSpPr/>
            <p:nvPr/>
          </p:nvSpPr>
          <p:spPr>
            <a:xfrm>
              <a:off x="9202674" y="2282190"/>
              <a:ext cx="1424940" cy="571500"/>
            </a:xfrm>
            <a:custGeom>
              <a:avLst/>
              <a:gdLst>
                <a:gd name="connsiteX0" fmla="*/ 0 w 1424940"/>
                <a:gd name="connsiteY0" fmla="*/ 567690 h 571500"/>
                <a:gd name="connsiteX1" fmla="*/ 49530 w 1424940"/>
                <a:gd name="connsiteY1" fmla="*/ 0 h 571500"/>
                <a:gd name="connsiteX2" fmla="*/ 830580 w 1424940"/>
                <a:gd name="connsiteY2" fmla="*/ 186690 h 571500"/>
                <a:gd name="connsiteX3" fmla="*/ 1165860 w 1424940"/>
                <a:gd name="connsiteY3" fmla="*/ 34290 h 571500"/>
                <a:gd name="connsiteX4" fmla="*/ 1424940 w 1424940"/>
                <a:gd name="connsiteY4" fmla="*/ 365760 h 571500"/>
                <a:gd name="connsiteX5" fmla="*/ 800100 w 1424940"/>
                <a:gd name="connsiteY5" fmla="*/ 571500 h 571500"/>
                <a:gd name="connsiteX6" fmla="*/ 0 w 1424940"/>
                <a:gd name="connsiteY6" fmla="*/ 56769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4940" h="571500">
                  <a:moveTo>
                    <a:pt x="0" y="567690"/>
                  </a:moveTo>
                  <a:lnTo>
                    <a:pt x="49530" y="0"/>
                  </a:lnTo>
                  <a:lnTo>
                    <a:pt x="830580" y="186690"/>
                  </a:lnTo>
                  <a:lnTo>
                    <a:pt x="1165860" y="34290"/>
                  </a:lnTo>
                  <a:lnTo>
                    <a:pt x="1424940" y="365760"/>
                  </a:lnTo>
                  <a:lnTo>
                    <a:pt x="800100" y="571500"/>
                  </a:lnTo>
                  <a:lnTo>
                    <a:pt x="0" y="56769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1C7CBE21-B29C-7AF8-62C7-9B8F05EF6ABE}"/>
                </a:ext>
              </a:extLst>
            </p:cNvPr>
            <p:cNvSpPr/>
            <p:nvPr/>
          </p:nvSpPr>
          <p:spPr>
            <a:xfrm>
              <a:off x="9202674" y="2218182"/>
              <a:ext cx="115824" cy="128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1B657E23-F244-92CF-873F-D5C40FF956B2}"/>
                </a:ext>
              </a:extLst>
            </p:cNvPr>
            <p:cNvSpPr/>
            <p:nvPr/>
          </p:nvSpPr>
          <p:spPr>
            <a:xfrm>
              <a:off x="10312908" y="2261616"/>
              <a:ext cx="115824" cy="128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7BFBC221-A327-7AF0-DA77-3E1A2FD2AFE8}"/>
              </a:ext>
            </a:extLst>
          </p:cNvPr>
          <p:cNvGrpSpPr/>
          <p:nvPr/>
        </p:nvGrpSpPr>
        <p:grpSpPr>
          <a:xfrm>
            <a:off x="2427380" y="207205"/>
            <a:ext cx="2053590" cy="434340"/>
            <a:chOff x="6281928" y="2282190"/>
            <a:chExt cx="2053590" cy="434340"/>
          </a:xfrm>
        </p:grpSpPr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34B6F118-FC33-9198-046E-7F2670932C0C}"/>
                </a:ext>
              </a:extLst>
            </p:cNvPr>
            <p:cNvSpPr/>
            <p:nvPr/>
          </p:nvSpPr>
          <p:spPr>
            <a:xfrm>
              <a:off x="6339840" y="2282190"/>
              <a:ext cx="1916430" cy="434340"/>
            </a:xfrm>
            <a:custGeom>
              <a:avLst/>
              <a:gdLst>
                <a:gd name="connsiteX0" fmla="*/ 0 w 1916430"/>
                <a:gd name="connsiteY0" fmla="*/ 335280 h 434340"/>
                <a:gd name="connsiteX1" fmla="*/ 430530 w 1916430"/>
                <a:gd name="connsiteY1" fmla="*/ 0 h 434340"/>
                <a:gd name="connsiteX2" fmla="*/ 1150620 w 1916430"/>
                <a:gd name="connsiteY2" fmla="*/ 434340 h 434340"/>
                <a:gd name="connsiteX3" fmla="*/ 1699260 w 1916430"/>
                <a:gd name="connsiteY3" fmla="*/ 144780 h 434340"/>
                <a:gd name="connsiteX4" fmla="*/ 1916430 w 1916430"/>
                <a:gd name="connsiteY4" fmla="*/ 175260 h 434340"/>
                <a:gd name="connsiteX5" fmla="*/ 1912620 w 1916430"/>
                <a:gd name="connsiteY5" fmla="*/ 167640 h 434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6430" h="434340">
                  <a:moveTo>
                    <a:pt x="0" y="335280"/>
                  </a:moveTo>
                  <a:lnTo>
                    <a:pt x="430530" y="0"/>
                  </a:lnTo>
                  <a:lnTo>
                    <a:pt x="1150620" y="434340"/>
                  </a:lnTo>
                  <a:lnTo>
                    <a:pt x="1699260" y="144780"/>
                  </a:lnTo>
                  <a:lnTo>
                    <a:pt x="1916430" y="175260"/>
                  </a:lnTo>
                  <a:lnTo>
                    <a:pt x="1912620" y="16764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9D090B18-31FE-EC83-B10B-77AF964D75C4}"/>
                </a:ext>
              </a:extLst>
            </p:cNvPr>
            <p:cNvSpPr/>
            <p:nvPr/>
          </p:nvSpPr>
          <p:spPr>
            <a:xfrm>
              <a:off x="6281928" y="2558796"/>
              <a:ext cx="115824" cy="128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ACED08D4-05FF-B652-FA1A-C416A8A6CCDC}"/>
                </a:ext>
              </a:extLst>
            </p:cNvPr>
            <p:cNvSpPr/>
            <p:nvPr/>
          </p:nvSpPr>
          <p:spPr>
            <a:xfrm>
              <a:off x="8219694" y="2389632"/>
              <a:ext cx="115824" cy="128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528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2">
            <a:extLst>
              <a:ext uri="{FF2B5EF4-FFF2-40B4-BE49-F238E27FC236}">
                <a16:creationId xmlns:a16="http://schemas.microsoft.com/office/drawing/2014/main" id="{B8467994-A566-B075-52DD-A01707FBCBA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460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p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73FF46E-1C98-ACD5-2E3E-95CE5803D927}"/>
              </a:ext>
            </a:extLst>
          </p:cNvPr>
          <p:cNvSpPr txBox="1"/>
          <p:nvPr/>
        </p:nvSpPr>
        <p:spPr>
          <a:xfrm>
            <a:off x="7827189" y="1392918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ノード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050F193-3C54-8E00-7332-5447BCDCFC66}"/>
              </a:ext>
            </a:extLst>
          </p:cNvPr>
          <p:cNvSpPr txBox="1"/>
          <p:nvPr/>
        </p:nvSpPr>
        <p:spPr>
          <a:xfrm>
            <a:off x="7827189" y="2137000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エッジ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83D8C89-5026-CB50-0032-B030EFAAD5B1}"/>
              </a:ext>
            </a:extLst>
          </p:cNvPr>
          <p:cNvSpPr txBox="1"/>
          <p:nvPr/>
        </p:nvSpPr>
        <p:spPr>
          <a:xfrm>
            <a:off x="7144537" y="2871010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324780A-3CB1-2CB4-8B28-D5A9F42CB4E0}"/>
              </a:ext>
            </a:extLst>
          </p:cNvPr>
          <p:cNvSpPr txBox="1"/>
          <p:nvPr/>
        </p:nvSpPr>
        <p:spPr>
          <a:xfrm>
            <a:off x="7827189" y="2868475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フェイス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172AEB7-BDF2-0225-B36D-829327218181}"/>
              </a:ext>
            </a:extLst>
          </p:cNvPr>
          <p:cNvSpPr/>
          <p:nvPr/>
        </p:nvSpPr>
        <p:spPr>
          <a:xfrm>
            <a:off x="7160487" y="220646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9E2D9D9C-84AC-E5A4-1295-D3C49EBAF497}"/>
              </a:ext>
            </a:extLst>
          </p:cNvPr>
          <p:cNvSpPr/>
          <p:nvPr/>
        </p:nvSpPr>
        <p:spPr>
          <a:xfrm>
            <a:off x="7194278" y="1460305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0FF1028-F6E1-21FC-0BBE-E5230BDF3D44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5383156" y="2352876"/>
            <a:ext cx="1041808" cy="1027566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7066526-C596-0EB1-CBD2-7EB26900EC94}"/>
              </a:ext>
            </a:extLst>
          </p:cNvPr>
          <p:cNvSpPr txBox="1"/>
          <p:nvPr/>
        </p:nvSpPr>
        <p:spPr>
          <a:xfrm>
            <a:off x="3822583" y="2994280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4025A5-651B-409B-FBDA-22333ECBD2D2}"/>
              </a:ext>
            </a:extLst>
          </p:cNvPr>
          <p:cNvSpPr txBox="1"/>
          <p:nvPr/>
        </p:nvSpPr>
        <p:spPr>
          <a:xfrm>
            <a:off x="2434322" y="2034108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875C9E-C645-0499-41D5-CCA614753405}"/>
              </a:ext>
            </a:extLst>
          </p:cNvPr>
          <p:cNvSpPr txBox="1"/>
          <p:nvPr/>
        </p:nvSpPr>
        <p:spPr>
          <a:xfrm>
            <a:off x="6200219" y="1968777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8C695D6-490C-8E0A-3789-8DC97C5A4FCD}"/>
              </a:ext>
            </a:extLst>
          </p:cNvPr>
          <p:cNvSpPr/>
          <p:nvPr/>
        </p:nvSpPr>
        <p:spPr>
          <a:xfrm>
            <a:off x="1653618" y="3155442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１</a:t>
            </a:r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0BAC5DD-6DA4-9ECD-E6C2-7A453ABD85C3}"/>
              </a:ext>
            </a:extLst>
          </p:cNvPr>
          <p:cNvSpPr/>
          <p:nvPr/>
        </p:nvSpPr>
        <p:spPr>
          <a:xfrm>
            <a:off x="4999057" y="1968777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CDAD12E-4B50-7B7B-2A30-5CB785C7C41F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2103618" y="2193777"/>
            <a:ext cx="2895439" cy="1186665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FDDCBDE-AD23-3E10-47BD-4790CE99DB90}"/>
              </a:ext>
            </a:extLst>
          </p:cNvPr>
          <p:cNvSpPr/>
          <p:nvPr/>
        </p:nvSpPr>
        <p:spPr>
          <a:xfrm>
            <a:off x="3171832" y="2607645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１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B7C483D-50CD-AA2B-9E8C-9E5141F9FAEC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133961" y="3380442"/>
            <a:ext cx="519657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1C4B959-F16C-B6EF-D132-8B466AC0AA41}"/>
              </a:ext>
            </a:extLst>
          </p:cNvPr>
          <p:cNvCxnSpPr>
            <a:cxnSpLocks/>
            <a:stCxn id="14" idx="0"/>
            <a:endCxn id="45" idx="4"/>
          </p:cNvCxnSpPr>
          <p:nvPr/>
        </p:nvCxnSpPr>
        <p:spPr>
          <a:xfrm flipH="1" flipV="1">
            <a:off x="1604321" y="2113794"/>
            <a:ext cx="274297" cy="1041648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BADC158-AE96-BC4E-02E6-52B66C47B128}"/>
              </a:ext>
            </a:extLst>
          </p:cNvPr>
          <p:cNvCxnSpPr>
            <a:cxnSpLocks/>
            <a:stCxn id="15" idx="7"/>
            <a:endCxn id="42" idx="4"/>
          </p:cNvCxnSpPr>
          <p:nvPr/>
        </p:nvCxnSpPr>
        <p:spPr>
          <a:xfrm flipV="1">
            <a:off x="5383156" y="819974"/>
            <a:ext cx="21916" cy="1214704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940E341-F6A6-9511-CFCA-3F0783723813}"/>
              </a:ext>
            </a:extLst>
          </p:cNvPr>
          <p:cNvSpPr/>
          <p:nvPr/>
        </p:nvSpPr>
        <p:spPr>
          <a:xfrm>
            <a:off x="5599660" y="268980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2FE2B15-82B9-1A76-9E6B-97FB5AABF4B5}"/>
              </a:ext>
            </a:extLst>
          </p:cNvPr>
          <p:cNvSpPr/>
          <p:nvPr/>
        </p:nvSpPr>
        <p:spPr>
          <a:xfrm rot="2152634">
            <a:off x="1854737" y="2166572"/>
            <a:ext cx="3018722" cy="142426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A88CDC62-9515-AED6-5068-6EDC48006790}"/>
              </a:ext>
            </a:extLst>
          </p:cNvPr>
          <p:cNvSpPr/>
          <p:nvPr/>
        </p:nvSpPr>
        <p:spPr>
          <a:xfrm>
            <a:off x="1797675" y="3678952"/>
            <a:ext cx="5609869" cy="1226736"/>
          </a:xfrm>
          <a:prstGeom prst="wedgeRectCallout">
            <a:avLst>
              <a:gd name="adj1" fmla="val 1330"/>
              <a:gd name="adj2" fmla="val -775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solidFill>
                  <a:schemeClr val="tx1"/>
                </a:solidFill>
              </a:rPr>
              <a:t>1</a:t>
            </a:r>
            <a:r>
              <a:rPr lang="ja-JP" altLang="en-US" sz="3200" b="1" dirty="0">
                <a:solidFill>
                  <a:schemeClr val="tx1"/>
                </a:solidFill>
              </a:rPr>
              <a:t>番フェイス</a:t>
            </a:r>
            <a:r>
              <a:rPr lang="ja-JP" altLang="en-US" sz="3200" dirty="0">
                <a:solidFill>
                  <a:schemeClr val="tx1"/>
                </a:solidFill>
              </a:rPr>
              <a:t>と</a:t>
            </a:r>
            <a:r>
              <a:rPr lang="en-US" altLang="ja-JP" sz="3200" b="1" dirty="0">
                <a:solidFill>
                  <a:schemeClr val="tx1"/>
                </a:solidFill>
              </a:rPr>
              <a:t>2</a:t>
            </a:r>
            <a:r>
              <a:rPr lang="ja-JP" altLang="en-US" sz="3200" b="1" dirty="0">
                <a:solidFill>
                  <a:schemeClr val="tx1"/>
                </a:solidFill>
              </a:rPr>
              <a:t>番フェイス</a:t>
            </a:r>
            <a:r>
              <a:rPr lang="ja-JP" altLang="en-US" sz="3200" dirty="0">
                <a:solidFill>
                  <a:schemeClr val="tx1"/>
                </a:solidFill>
              </a:rPr>
              <a:t>が</a:t>
            </a:r>
            <a:br>
              <a:rPr lang="en-US" altLang="ja-JP" sz="3200" dirty="0">
                <a:solidFill>
                  <a:schemeClr val="tx1"/>
                </a:solidFill>
              </a:rPr>
            </a:br>
            <a:r>
              <a:rPr lang="en-US" altLang="ja-JP" sz="3200" b="1" dirty="0">
                <a:solidFill>
                  <a:schemeClr val="tx1"/>
                </a:solidFill>
              </a:rPr>
              <a:t>1</a:t>
            </a:r>
            <a:r>
              <a:rPr lang="ja-JP" altLang="en-US" sz="3200" b="1" dirty="0">
                <a:solidFill>
                  <a:schemeClr val="tx1"/>
                </a:solidFill>
              </a:rPr>
              <a:t>番エッジ</a:t>
            </a:r>
            <a:r>
              <a:rPr lang="ja-JP" altLang="en-US" sz="3200" dirty="0">
                <a:solidFill>
                  <a:schemeClr val="tx1"/>
                </a:solidFill>
              </a:rPr>
              <a:t>を</a:t>
            </a:r>
            <a:r>
              <a:rPr lang="ja-JP" altLang="en-US" sz="3200" b="1" dirty="0">
                <a:solidFill>
                  <a:schemeClr val="tx1"/>
                </a:solidFill>
              </a:rPr>
              <a:t>共有</a:t>
            </a:r>
            <a:r>
              <a:rPr lang="ja-JP" altLang="en-US" sz="3200" dirty="0">
                <a:solidFill>
                  <a:schemeClr val="tx1"/>
                </a:solidFill>
              </a:rPr>
              <a:t>する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EAA223E-8A61-E48A-4BA7-D2B674636B13}"/>
              </a:ext>
            </a:extLst>
          </p:cNvPr>
          <p:cNvCxnSpPr>
            <a:cxnSpLocks/>
            <a:stCxn id="42" idx="2"/>
            <a:endCxn id="45" idx="6"/>
          </p:cNvCxnSpPr>
          <p:nvPr/>
        </p:nvCxnSpPr>
        <p:spPr>
          <a:xfrm flipH="1">
            <a:off x="1829321" y="594974"/>
            <a:ext cx="3350751" cy="129382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C4A4ADB0-363D-B5DB-4FBB-FF2EA4A6C9C0}"/>
              </a:ext>
            </a:extLst>
          </p:cNvPr>
          <p:cNvSpPr/>
          <p:nvPr/>
        </p:nvSpPr>
        <p:spPr>
          <a:xfrm>
            <a:off x="5206845" y="124298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37F5D9E2-81D5-E1F0-5EB3-B9EC9EDBB01F}"/>
              </a:ext>
            </a:extLst>
          </p:cNvPr>
          <p:cNvSpPr/>
          <p:nvPr/>
        </p:nvSpPr>
        <p:spPr>
          <a:xfrm>
            <a:off x="5180072" y="369974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9C4BB5DB-FD8A-FC1D-B885-28FFF4D458DC}"/>
              </a:ext>
            </a:extLst>
          </p:cNvPr>
          <p:cNvSpPr/>
          <p:nvPr/>
        </p:nvSpPr>
        <p:spPr>
          <a:xfrm>
            <a:off x="1379321" y="1663794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012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5F66-FCCC-DAF0-7A87-AFF61634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コンテンツ プレースホルダー 2">
            <a:extLst>
              <a:ext uri="{FF2B5EF4-FFF2-40B4-BE49-F238E27FC236}">
                <a16:creationId xmlns:a16="http://schemas.microsoft.com/office/drawing/2014/main" id="{7EED0FEE-53EC-AC9B-14DA-B25B70864C04}"/>
              </a:ext>
            </a:extLst>
          </p:cNvPr>
          <p:cNvSpPr txBox="1">
            <a:spLocks/>
          </p:cNvSpPr>
          <p:nvPr/>
        </p:nvSpPr>
        <p:spPr>
          <a:xfrm>
            <a:off x="305955" y="0"/>
            <a:ext cx="10515600" cy="460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Wingdings" panose="05000000000000000000" pitchFamily="2" charset="2"/>
              <a:buChar char="p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FFBCF64-4D64-90CC-59AE-7C387FD29E8C}"/>
              </a:ext>
            </a:extLst>
          </p:cNvPr>
          <p:cNvSpPr txBox="1"/>
          <p:nvPr/>
        </p:nvSpPr>
        <p:spPr>
          <a:xfrm>
            <a:off x="8133144" y="1392918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ノード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8DAC6D-F692-8CF9-0504-30E27BBD3493}"/>
              </a:ext>
            </a:extLst>
          </p:cNvPr>
          <p:cNvSpPr txBox="1"/>
          <p:nvPr/>
        </p:nvSpPr>
        <p:spPr>
          <a:xfrm>
            <a:off x="8133144" y="2137000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エッジ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691F486-9EE3-07A5-05F2-201B077B9B2D}"/>
              </a:ext>
            </a:extLst>
          </p:cNvPr>
          <p:cNvSpPr txBox="1"/>
          <p:nvPr/>
        </p:nvSpPr>
        <p:spPr>
          <a:xfrm>
            <a:off x="7450492" y="2871010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5C5DD84-9D29-E323-27CE-CD4A62EDA6CC}"/>
              </a:ext>
            </a:extLst>
          </p:cNvPr>
          <p:cNvSpPr txBox="1"/>
          <p:nvPr/>
        </p:nvSpPr>
        <p:spPr>
          <a:xfrm>
            <a:off x="8133144" y="2868475"/>
            <a:ext cx="185021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フェイス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6CFB042-B931-5FCF-7ACE-6E81AFE24234}"/>
              </a:ext>
            </a:extLst>
          </p:cNvPr>
          <p:cNvSpPr/>
          <p:nvPr/>
        </p:nvSpPr>
        <p:spPr>
          <a:xfrm>
            <a:off x="7466442" y="220646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B55F16A2-0C74-1E01-B373-074510EECAB5}"/>
              </a:ext>
            </a:extLst>
          </p:cNvPr>
          <p:cNvSpPr/>
          <p:nvPr/>
        </p:nvSpPr>
        <p:spPr>
          <a:xfrm>
            <a:off x="7500233" y="1460305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07C7104-2295-F3F9-0376-443A63DCFB5F}"/>
              </a:ext>
            </a:extLst>
          </p:cNvPr>
          <p:cNvCxnSpPr>
            <a:cxnSpLocks/>
            <a:stCxn id="15" idx="5"/>
          </p:cNvCxnSpPr>
          <p:nvPr/>
        </p:nvCxnSpPr>
        <p:spPr>
          <a:xfrm>
            <a:off x="5689111" y="2352876"/>
            <a:ext cx="1041808" cy="1027566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26F287-B340-F3DD-16E2-CC9FCB70E38C}"/>
              </a:ext>
            </a:extLst>
          </p:cNvPr>
          <p:cNvSpPr txBox="1"/>
          <p:nvPr/>
        </p:nvSpPr>
        <p:spPr>
          <a:xfrm>
            <a:off x="4128538" y="2994280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05D2B60-21B4-E378-973F-EA26484CCC26}"/>
              </a:ext>
            </a:extLst>
          </p:cNvPr>
          <p:cNvSpPr txBox="1"/>
          <p:nvPr/>
        </p:nvSpPr>
        <p:spPr>
          <a:xfrm>
            <a:off x="2740277" y="2034108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3D46F81-8C18-0A9F-474D-CF87180D662B}"/>
              </a:ext>
            </a:extLst>
          </p:cNvPr>
          <p:cNvSpPr txBox="1"/>
          <p:nvPr/>
        </p:nvSpPr>
        <p:spPr>
          <a:xfrm>
            <a:off x="6506174" y="1968777"/>
            <a:ext cx="54948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CCAD20E-4427-7ED3-6D4A-3118ECD90517}"/>
              </a:ext>
            </a:extLst>
          </p:cNvPr>
          <p:cNvSpPr/>
          <p:nvPr/>
        </p:nvSpPr>
        <p:spPr>
          <a:xfrm>
            <a:off x="1959573" y="3155442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１</a:t>
            </a:r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83817EE-5B3A-7C75-3C17-449F365CD76B}"/>
              </a:ext>
            </a:extLst>
          </p:cNvPr>
          <p:cNvSpPr/>
          <p:nvPr/>
        </p:nvSpPr>
        <p:spPr>
          <a:xfrm>
            <a:off x="5305012" y="1968777"/>
            <a:ext cx="450000" cy="45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1A2E5BF-AC86-5187-70C0-5538EE38F784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2409573" y="2193777"/>
            <a:ext cx="2895439" cy="1186665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AF63DF7-03C4-4517-84E4-9AF090601695}"/>
              </a:ext>
            </a:extLst>
          </p:cNvPr>
          <p:cNvSpPr/>
          <p:nvPr/>
        </p:nvSpPr>
        <p:spPr>
          <a:xfrm>
            <a:off x="3477787" y="2607645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１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74B5ABB-546D-531F-CB58-7687109F7E6F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439916" y="3380442"/>
            <a:ext cx="519657" cy="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99776A2-BDC0-E354-F144-FDAA49A81D0C}"/>
              </a:ext>
            </a:extLst>
          </p:cNvPr>
          <p:cNvCxnSpPr>
            <a:cxnSpLocks/>
            <a:stCxn id="14" idx="0"/>
            <a:endCxn id="45" idx="4"/>
          </p:cNvCxnSpPr>
          <p:nvPr/>
        </p:nvCxnSpPr>
        <p:spPr>
          <a:xfrm flipH="1" flipV="1">
            <a:off x="1910276" y="2113794"/>
            <a:ext cx="274297" cy="1041648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F2ED11F-28DB-1337-6B76-EB7AD6CFF802}"/>
              </a:ext>
            </a:extLst>
          </p:cNvPr>
          <p:cNvCxnSpPr>
            <a:cxnSpLocks/>
            <a:stCxn id="15" idx="7"/>
            <a:endCxn id="42" idx="4"/>
          </p:cNvCxnSpPr>
          <p:nvPr/>
        </p:nvCxnSpPr>
        <p:spPr>
          <a:xfrm flipV="1">
            <a:off x="5689111" y="819974"/>
            <a:ext cx="21916" cy="1214704"/>
          </a:xfrm>
          <a:prstGeom prst="line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E615A03D-C6F9-471B-1269-E31B309AAC8B}"/>
              </a:ext>
            </a:extLst>
          </p:cNvPr>
          <p:cNvSpPr/>
          <p:nvPr/>
        </p:nvSpPr>
        <p:spPr>
          <a:xfrm>
            <a:off x="5905615" y="268980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6124315-4593-CDBC-E71A-529E4B39B5F0}"/>
              </a:ext>
            </a:extLst>
          </p:cNvPr>
          <p:cNvCxnSpPr>
            <a:cxnSpLocks/>
            <a:stCxn id="42" idx="2"/>
            <a:endCxn id="45" idx="6"/>
          </p:cNvCxnSpPr>
          <p:nvPr/>
        </p:nvCxnSpPr>
        <p:spPr>
          <a:xfrm flipH="1">
            <a:off x="2135276" y="594974"/>
            <a:ext cx="3350751" cy="1293820"/>
          </a:xfrm>
          <a:prstGeom prst="line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4C5277C9-F441-9715-7D57-AD7CAD723AD7}"/>
              </a:ext>
            </a:extLst>
          </p:cNvPr>
          <p:cNvSpPr/>
          <p:nvPr/>
        </p:nvSpPr>
        <p:spPr>
          <a:xfrm>
            <a:off x="94581" y="289423"/>
            <a:ext cx="4623071" cy="1257634"/>
          </a:xfrm>
          <a:prstGeom prst="wedgeRectCallout">
            <a:avLst>
              <a:gd name="adj1" fmla="val 65816"/>
              <a:gd name="adj2" fmla="val 9605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3200" b="1" dirty="0">
                <a:solidFill>
                  <a:schemeClr val="tx1"/>
                </a:solidFill>
              </a:rPr>
              <a:t>1</a:t>
            </a:r>
            <a:r>
              <a:rPr lang="ja-JP" altLang="en-US" sz="3200" b="1" dirty="0">
                <a:solidFill>
                  <a:schemeClr val="tx1"/>
                </a:solidFill>
              </a:rPr>
              <a:t>番</a:t>
            </a:r>
            <a:r>
              <a:rPr lang="ja-JP" altLang="en-US" sz="3200" dirty="0">
                <a:solidFill>
                  <a:schemeClr val="tx1"/>
                </a:solidFill>
              </a:rPr>
              <a:t>、</a:t>
            </a:r>
            <a:r>
              <a:rPr lang="en-US" altLang="ja-JP" sz="3200" b="1" dirty="0">
                <a:solidFill>
                  <a:schemeClr val="tx1"/>
                </a:solidFill>
              </a:rPr>
              <a:t>2</a:t>
            </a:r>
            <a:r>
              <a:rPr lang="ja-JP" altLang="en-US" sz="3200" b="1" dirty="0">
                <a:solidFill>
                  <a:schemeClr val="tx1"/>
                </a:solidFill>
              </a:rPr>
              <a:t>番</a:t>
            </a:r>
            <a:r>
              <a:rPr lang="ja-JP" altLang="en-US" sz="3200" dirty="0">
                <a:solidFill>
                  <a:schemeClr val="tx1"/>
                </a:solidFill>
              </a:rPr>
              <a:t>、</a:t>
            </a:r>
            <a:r>
              <a:rPr lang="en-US" altLang="ja-JP" sz="3200" b="1" dirty="0">
                <a:solidFill>
                  <a:schemeClr val="tx1"/>
                </a:solidFill>
              </a:rPr>
              <a:t>3</a:t>
            </a:r>
            <a:r>
              <a:rPr lang="ja-JP" altLang="en-US" sz="3200" b="1" dirty="0">
                <a:solidFill>
                  <a:schemeClr val="tx1"/>
                </a:solidFill>
              </a:rPr>
              <a:t>番エッジ</a:t>
            </a:r>
            <a:r>
              <a:rPr lang="ja-JP" altLang="en-US" sz="3200" dirty="0">
                <a:solidFill>
                  <a:schemeClr val="tx1"/>
                </a:solidFill>
              </a:rPr>
              <a:t>が</a:t>
            </a:r>
            <a:br>
              <a:rPr lang="en-US" altLang="ja-JP" sz="3200" dirty="0">
                <a:solidFill>
                  <a:schemeClr val="tx1"/>
                </a:solidFill>
              </a:rPr>
            </a:br>
            <a:r>
              <a:rPr lang="en-US" altLang="ja-JP" sz="3200" b="1" dirty="0">
                <a:solidFill>
                  <a:schemeClr val="tx1"/>
                </a:solidFill>
              </a:rPr>
              <a:t>2</a:t>
            </a:r>
            <a:r>
              <a:rPr lang="ja-JP" altLang="en-US" sz="3200" b="1" dirty="0">
                <a:solidFill>
                  <a:schemeClr val="tx1"/>
                </a:solidFill>
              </a:rPr>
              <a:t>番ノード</a:t>
            </a:r>
            <a:r>
              <a:rPr lang="ja-JP" altLang="en-US" sz="3200" dirty="0">
                <a:solidFill>
                  <a:schemeClr val="tx1"/>
                </a:solidFill>
              </a:rPr>
              <a:t>を</a:t>
            </a:r>
            <a:r>
              <a:rPr lang="ja-JP" altLang="en-US" sz="3200" b="1" dirty="0">
                <a:solidFill>
                  <a:schemeClr val="tx1"/>
                </a:solidFill>
              </a:rPr>
              <a:t>共有</a:t>
            </a:r>
            <a:r>
              <a:rPr lang="ja-JP" altLang="en-US" sz="3200" dirty="0">
                <a:solidFill>
                  <a:schemeClr val="tx1"/>
                </a:solidFill>
              </a:rPr>
              <a:t>する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B432B97-EB02-821A-A4C3-FA8853AE3B3A}"/>
              </a:ext>
            </a:extLst>
          </p:cNvPr>
          <p:cNvSpPr/>
          <p:nvPr/>
        </p:nvSpPr>
        <p:spPr>
          <a:xfrm>
            <a:off x="5512800" y="1242986"/>
            <a:ext cx="51758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  <a:endParaRPr kumimoji="1" lang="ja-JP" alt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6C031960-E9F1-CA75-13EF-9BA4231BCE1A}"/>
              </a:ext>
            </a:extLst>
          </p:cNvPr>
          <p:cNvSpPr/>
          <p:nvPr/>
        </p:nvSpPr>
        <p:spPr>
          <a:xfrm>
            <a:off x="5486027" y="369974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9F30FE2B-C602-9697-CDEC-79C9F4C7A672}"/>
              </a:ext>
            </a:extLst>
          </p:cNvPr>
          <p:cNvSpPr/>
          <p:nvPr/>
        </p:nvSpPr>
        <p:spPr>
          <a:xfrm>
            <a:off x="1685276" y="1663794"/>
            <a:ext cx="450000" cy="45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3200" dirty="0">
              <a:solidFill>
                <a:schemeClr val="tx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985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0147169-D037-1D3F-5E12-667430B8ED9C}"/>
              </a:ext>
            </a:extLst>
          </p:cNvPr>
          <p:cNvGrpSpPr/>
          <p:nvPr/>
        </p:nvGrpSpPr>
        <p:grpSpPr>
          <a:xfrm>
            <a:off x="180000" y="180000"/>
            <a:ext cx="3598116" cy="1610956"/>
            <a:chOff x="921556" y="4260653"/>
            <a:chExt cx="3598116" cy="1610956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9E9A9D2A-77CD-CB3B-4CAB-6C794F89D6CC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1026589" y="5822181"/>
              <a:ext cx="1337524" cy="1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6A12F2FF-09EA-D8E6-8B6A-0A8231580F17}"/>
                </a:ext>
              </a:extLst>
            </p:cNvPr>
            <p:cNvCxnSpPr>
              <a:cxnSpLocks/>
              <a:stCxn id="14" idx="7"/>
              <a:endCxn id="7" idx="3"/>
            </p:cNvCxnSpPr>
            <p:nvPr/>
          </p:nvCxnSpPr>
          <p:spPr>
            <a:xfrm flipV="1">
              <a:off x="2453764" y="5088824"/>
              <a:ext cx="850300" cy="698407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2CCCBB3-4F95-ACAA-A2EC-50794D3D0D81}"/>
                </a:ext>
              </a:extLst>
            </p:cNvPr>
            <p:cNvSpPr/>
            <p:nvPr/>
          </p:nvSpPr>
          <p:spPr>
            <a:xfrm>
              <a:off x="3288682" y="5004447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1C873E09-58B8-B2E7-B304-0C16A2612533}"/>
                </a:ext>
              </a:extLst>
            </p:cNvPr>
            <p:cNvCxnSpPr>
              <a:cxnSpLocks/>
              <a:stCxn id="7" idx="1"/>
              <a:endCxn id="11" idx="5"/>
            </p:cNvCxnSpPr>
            <p:nvPr/>
          </p:nvCxnSpPr>
          <p:spPr>
            <a:xfrm flipH="1" flipV="1">
              <a:off x="2453764" y="4345030"/>
              <a:ext cx="850300" cy="673894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コネクタ: カギ線 8">
              <a:extLst>
                <a:ext uri="{FF2B5EF4-FFF2-40B4-BE49-F238E27FC236}">
                  <a16:creationId xmlns:a16="http://schemas.microsoft.com/office/drawing/2014/main" id="{79C599D7-B58D-D303-78C1-9C0D2EA1C90C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V="1">
              <a:off x="2469146" y="5282473"/>
              <a:ext cx="2050525" cy="539708"/>
            </a:xfrm>
            <a:prstGeom prst="bentConnector2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コネクタ: カギ線 9">
              <a:extLst>
                <a:ext uri="{FF2B5EF4-FFF2-40B4-BE49-F238E27FC236}">
                  <a16:creationId xmlns:a16="http://schemas.microsoft.com/office/drawing/2014/main" id="{F8F94DAA-39FD-FD4B-BE34-8F88CD8764EE}"/>
                </a:ext>
              </a:extLst>
            </p:cNvPr>
            <p:cNvCxnSpPr>
              <a:cxnSpLocks/>
              <a:endCxn id="11" idx="6"/>
            </p:cNvCxnSpPr>
            <p:nvPr/>
          </p:nvCxnSpPr>
          <p:spPr>
            <a:xfrm rot="16200000" flipV="1">
              <a:off x="3236813" y="3542414"/>
              <a:ext cx="515193" cy="2050525"/>
            </a:xfrm>
            <a:prstGeom prst="bentConnector2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AEF6E991-DF6B-9051-BBC7-ACAA522A8DDB}"/>
                </a:ext>
              </a:extLst>
            </p:cNvPr>
            <p:cNvSpPr/>
            <p:nvPr/>
          </p:nvSpPr>
          <p:spPr>
            <a:xfrm>
              <a:off x="2364113" y="4260653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F540C91-01C0-6C2C-9DF9-2CFED5D6226E}"/>
                </a:ext>
              </a:extLst>
            </p:cNvPr>
            <p:cNvSpPr/>
            <p:nvPr/>
          </p:nvSpPr>
          <p:spPr>
            <a:xfrm>
              <a:off x="921556" y="5772755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コネクタ: カギ線 12">
              <a:extLst>
                <a:ext uri="{FF2B5EF4-FFF2-40B4-BE49-F238E27FC236}">
                  <a16:creationId xmlns:a16="http://schemas.microsoft.com/office/drawing/2014/main" id="{7B662C9C-FA3F-92EC-82DC-78BDCC55B786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 rot="10800000" flipV="1">
              <a:off x="974073" y="4310079"/>
              <a:ext cx="1390040" cy="1462675"/>
            </a:xfrm>
            <a:prstGeom prst="bentConnector2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3EFE92C-4845-B354-1491-2179B0B73EE6}"/>
                </a:ext>
              </a:extLst>
            </p:cNvPr>
            <p:cNvSpPr/>
            <p:nvPr/>
          </p:nvSpPr>
          <p:spPr>
            <a:xfrm>
              <a:off x="2364113" y="5772754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7A5D4FD7-EEA0-5BF4-E805-B9F4B5D5A6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9671" y="4825273"/>
              <a:ext cx="0" cy="457200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729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2F2F-5AAA-3C7A-0263-1C1AD6AD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3350ACE-BF3B-B5B8-DC49-0849B59B93A8}"/>
              </a:ext>
            </a:extLst>
          </p:cNvPr>
          <p:cNvGrpSpPr/>
          <p:nvPr/>
        </p:nvGrpSpPr>
        <p:grpSpPr>
          <a:xfrm>
            <a:off x="180000" y="180000"/>
            <a:ext cx="3598117" cy="1610956"/>
            <a:chOff x="6891348" y="147201"/>
            <a:chExt cx="3598117" cy="1610956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4F287F5D-E60C-B482-6523-4FCC9AA04D80}"/>
                </a:ext>
              </a:extLst>
            </p:cNvPr>
            <p:cNvCxnSpPr>
              <a:cxnSpLocks/>
              <a:stCxn id="22" idx="7"/>
              <a:endCxn id="17" idx="3"/>
            </p:cNvCxnSpPr>
            <p:nvPr/>
          </p:nvCxnSpPr>
          <p:spPr>
            <a:xfrm flipV="1">
              <a:off x="6981000" y="975372"/>
              <a:ext cx="2292857" cy="698408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CB65E498-EF5B-2EFF-82E2-CC2F9A9D1A65}"/>
                </a:ext>
              </a:extLst>
            </p:cNvPr>
            <p:cNvSpPr/>
            <p:nvPr/>
          </p:nvSpPr>
          <p:spPr>
            <a:xfrm>
              <a:off x="9258475" y="890995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BCA4267B-7A57-2A66-9B36-1B2BB342E186}"/>
                </a:ext>
              </a:extLst>
            </p:cNvPr>
            <p:cNvCxnSpPr>
              <a:cxnSpLocks/>
              <a:stCxn id="17" idx="1"/>
              <a:endCxn id="26" idx="5"/>
            </p:cNvCxnSpPr>
            <p:nvPr/>
          </p:nvCxnSpPr>
          <p:spPr>
            <a:xfrm flipH="1" flipV="1">
              <a:off x="6980999" y="231578"/>
              <a:ext cx="2292858" cy="673894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: カギ線 18">
              <a:extLst>
                <a:ext uri="{FF2B5EF4-FFF2-40B4-BE49-F238E27FC236}">
                  <a16:creationId xmlns:a16="http://schemas.microsoft.com/office/drawing/2014/main" id="{C7DDB668-E32C-3EA1-6C43-1990B2E15AC3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 flipV="1">
              <a:off x="8438939" y="1169021"/>
              <a:ext cx="2050525" cy="539708"/>
            </a:xfrm>
            <a:prstGeom prst="bentConnector2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コネクタ: カギ線 19">
              <a:extLst>
                <a:ext uri="{FF2B5EF4-FFF2-40B4-BE49-F238E27FC236}">
                  <a16:creationId xmlns:a16="http://schemas.microsoft.com/office/drawing/2014/main" id="{0637D76C-A807-3A4A-3493-3864FFE64F26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rot="16200000" flipV="1">
              <a:off x="9206606" y="-571038"/>
              <a:ext cx="515193" cy="2050525"/>
            </a:xfrm>
            <a:prstGeom prst="bentConnector2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F2A3E3C6-D0CB-5A2B-EE7D-3BC22707C22A}"/>
                </a:ext>
              </a:extLst>
            </p:cNvPr>
            <p:cNvSpPr/>
            <p:nvPr/>
          </p:nvSpPr>
          <p:spPr>
            <a:xfrm>
              <a:off x="8333906" y="147201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660F5D0E-F341-3FF0-024F-3C5743B0DC30}"/>
                </a:ext>
              </a:extLst>
            </p:cNvPr>
            <p:cNvSpPr/>
            <p:nvPr/>
          </p:nvSpPr>
          <p:spPr>
            <a:xfrm>
              <a:off x="6891349" y="1659303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6C64C14F-6A03-869A-2EA7-920F020BF90C}"/>
                </a:ext>
              </a:extLst>
            </p:cNvPr>
            <p:cNvSpPr/>
            <p:nvPr/>
          </p:nvSpPr>
          <p:spPr>
            <a:xfrm>
              <a:off x="8333906" y="1659302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5F01C545-7379-BFF5-8EEB-FAEC656EC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9464" y="711821"/>
              <a:ext cx="0" cy="457200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4BEF868E-CED1-1A20-0DE9-E598DDBC3A12}"/>
                </a:ext>
              </a:extLst>
            </p:cNvPr>
            <p:cNvCxnSpPr>
              <a:cxnSpLocks/>
              <a:stCxn id="21" idx="4"/>
              <a:endCxn id="23" idx="0"/>
            </p:cNvCxnSpPr>
            <p:nvPr/>
          </p:nvCxnSpPr>
          <p:spPr>
            <a:xfrm>
              <a:off x="8386423" y="246055"/>
              <a:ext cx="0" cy="1413247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50F96C3E-E6A3-7B87-998C-1E7A15253350}"/>
                </a:ext>
              </a:extLst>
            </p:cNvPr>
            <p:cNvSpPr/>
            <p:nvPr/>
          </p:nvSpPr>
          <p:spPr>
            <a:xfrm>
              <a:off x="6891348" y="147201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10E4C4A0-97A1-1E5B-E077-0BF93B87F0A1}"/>
                </a:ext>
              </a:extLst>
            </p:cNvPr>
            <p:cNvCxnSpPr>
              <a:cxnSpLocks/>
              <a:stCxn id="22" idx="0"/>
              <a:endCxn id="26" idx="4"/>
            </p:cNvCxnSpPr>
            <p:nvPr/>
          </p:nvCxnSpPr>
          <p:spPr>
            <a:xfrm flipH="1" flipV="1">
              <a:off x="6943865" y="246055"/>
              <a:ext cx="1" cy="1413248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99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490947E-394F-C3B5-F517-37CE66F1DE75}"/>
              </a:ext>
            </a:extLst>
          </p:cNvPr>
          <p:cNvGrpSpPr/>
          <p:nvPr/>
        </p:nvGrpSpPr>
        <p:grpSpPr>
          <a:xfrm>
            <a:off x="180000" y="180000"/>
            <a:ext cx="3761863" cy="1975665"/>
            <a:chOff x="1697578" y="4201298"/>
            <a:chExt cx="3761863" cy="197566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17A18AAB-FC12-F3D4-509C-680F153D478D}"/>
                </a:ext>
              </a:extLst>
            </p:cNvPr>
            <p:cNvSpPr/>
            <p:nvPr/>
          </p:nvSpPr>
          <p:spPr>
            <a:xfrm>
              <a:off x="1697578" y="5726963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91A0B920-CDEE-1203-CEB4-11359CDB5748}"/>
                </a:ext>
              </a:extLst>
            </p:cNvPr>
            <p:cNvSpPr/>
            <p:nvPr/>
          </p:nvSpPr>
          <p:spPr>
            <a:xfrm>
              <a:off x="3131400" y="5726963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5E40BDE5-46C0-202D-8027-3F8500B79740}"/>
                </a:ext>
              </a:extLst>
            </p:cNvPr>
            <p:cNvSpPr/>
            <p:nvPr/>
          </p:nvSpPr>
          <p:spPr>
            <a:xfrm>
              <a:off x="3131400" y="4201298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B0EDD7C9-3D3D-A9FE-E857-F8CC8A655BFD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2147578" y="5951963"/>
              <a:ext cx="983822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720317F5-CB30-A8B5-F572-E7799A8B8604}"/>
                </a:ext>
              </a:extLst>
            </p:cNvPr>
            <p:cNvCxnSpPr>
              <a:cxnSpLocks/>
              <a:stCxn id="6" idx="7"/>
              <a:endCxn id="10" idx="3"/>
            </p:cNvCxnSpPr>
            <p:nvPr/>
          </p:nvCxnSpPr>
          <p:spPr>
            <a:xfrm flipV="1">
              <a:off x="3515499" y="5218605"/>
              <a:ext cx="728335" cy="574259"/>
            </a:xfrm>
            <a:prstGeom prst="straightConnector1">
              <a:avLst/>
            </a:prstGeom>
            <a:ln w="76200">
              <a:solidFill>
                <a:schemeClr val="accent4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3A4E17EE-6C63-DEFB-0947-A9D8DD807990}"/>
                </a:ext>
              </a:extLst>
            </p:cNvPr>
            <p:cNvSpPr/>
            <p:nvPr/>
          </p:nvSpPr>
          <p:spPr>
            <a:xfrm>
              <a:off x="4228452" y="5134228"/>
              <a:ext cx="105033" cy="988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6CE5CD3C-2E55-F303-BE93-38D6990227A7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3515499" y="4585397"/>
              <a:ext cx="728335" cy="563308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コネクタ: カギ線 11">
              <a:extLst>
                <a:ext uri="{FF2B5EF4-FFF2-40B4-BE49-F238E27FC236}">
                  <a16:creationId xmlns:a16="http://schemas.microsoft.com/office/drawing/2014/main" id="{B65C6A4B-1B31-9A6B-1571-90029C6D48B0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 flipV="1">
              <a:off x="3581400" y="5412254"/>
              <a:ext cx="1878041" cy="539709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コネクタ: カギ線 12">
              <a:extLst>
                <a:ext uri="{FF2B5EF4-FFF2-40B4-BE49-F238E27FC236}">
                  <a16:creationId xmlns:a16="http://schemas.microsoft.com/office/drawing/2014/main" id="{8A776172-3AF0-00E5-A5AD-3E157B40DAFD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rot="16200000" flipV="1">
              <a:off x="4256043" y="3751655"/>
              <a:ext cx="528756" cy="1878041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コネクタ: カギ線 13">
              <a:extLst>
                <a:ext uri="{FF2B5EF4-FFF2-40B4-BE49-F238E27FC236}">
                  <a16:creationId xmlns:a16="http://schemas.microsoft.com/office/drawing/2014/main" id="{8FBE2CE2-2B2B-C2DC-B940-FEC2550CF850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 rot="10800000" flipV="1">
              <a:off x="1922578" y="4426297"/>
              <a:ext cx="1208822" cy="1300665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22E608E6-6E9B-AF81-23A2-5FD5968EA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9441" y="4955054"/>
              <a:ext cx="0" cy="457200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012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708F-D404-146E-9E35-AD9DDBCA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6760717-C668-4224-A519-50F80136C69E}"/>
              </a:ext>
            </a:extLst>
          </p:cNvPr>
          <p:cNvGrpSpPr/>
          <p:nvPr/>
        </p:nvGrpSpPr>
        <p:grpSpPr>
          <a:xfrm>
            <a:off x="180000" y="180000"/>
            <a:ext cx="3761863" cy="1975665"/>
            <a:chOff x="1697578" y="4201298"/>
            <a:chExt cx="3761863" cy="1975665"/>
          </a:xfrm>
        </p:grpSpPr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73B4C146-614C-24ED-2BC1-576CC32FA9A0}"/>
                </a:ext>
              </a:extLst>
            </p:cNvPr>
            <p:cNvSpPr/>
            <p:nvPr/>
          </p:nvSpPr>
          <p:spPr>
            <a:xfrm>
              <a:off x="1697578" y="5726963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16DD485C-2AFF-4F6F-0F9D-BDA626F72DB9}"/>
                </a:ext>
              </a:extLst>
            </p:cNvPr>
            <p:cNvSpPr/>
            <p:nvPr/>
          </p:nvSpPr>
          <p:spPr>
            <a:xfrm>
              <a:off x="3131400" y="5726963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C0B6EFC0-2027-0C77-0220-B4DF9AFA35EC}"/>
                </a:ext>
              </a:extLst>
            </p:cNvPr>
            <p:cNvSpPr/>
            <p:nvPr/>
          </p:nvSpPr>
          <p:spPr>
            <a:xfrm>
              <a:off x="3131400" y="4201298"/>
              <a:ext cx="450000" cy="450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3200" dirty="0">
                <a:solidFill>
                  <a:schemeClr val="tx1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105CBFA5-A219-4CAC-DA81-89872F8C64ED}"/>
                </a:ext>
              </a:extLst>
            </p:cNvPr>
            <p:cNvCxnSpPr>
              <a:stCxn id="18" idx="6"/>
              <a:endCxn id="19" idx="2"/>
            </p:cNvCxnSpPr>
            <p:nvPr/>
          </p:nvCxnSpPr>
          <p:spPr>
            <a:xfrm>
              <a:off x="2147578" y="5951963"/>
              <a:ext cx="983822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B20A1890-26FB-D3B0-B7C6-AC7BD2D60008}"/>
                </a:ext>
              </a:extLst>
            </p:cNvPr>
            <p:cNvCxnSpPr>
              <a:cxnSpLocks/>
              <a:stCxn id="19" idx="0"/>
              <a:endCxn id="20" idx="4"/>
            </p:cNvCxnSpPr>
            <p:nvPr/>
          </p:nvCxnSpPr>
          <p:spPr>
            <a:xfrm flipV="1">
              <a:off x="3356400" y="4651298"/>
              <a:ext cx="0" cy="1075665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コネクタ: カギ線 22">
              <a:extLst>
                <a:ext uri="{FF2B5EF4-FFF2-40B4-BE49-F238E27FC236}">
                  <a16:creationId xmlns:a16="http://schemas.microsoft.com/office/drawing/2014/main" id="{BB9B48DC-AD2D-B2BE-5348-903510C8A8F6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V="1">
              <a:off x="3581400" y="5412254"/>
              <a:ext cx="1878041" cy="539709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コネクタ: カギ線 23">
              <a:extLst>
                <a:ext uri="{FF2B5EF4-FFF2-40B4-BE49-F238E27FC236}">
                  <a16:creationId xmlns:a16="http://schemas.microsoft.com/office/drawing/2014/main" id="{9A7C867A-593E-3B05-6D78-5B1DE56EC519}"/>
                </a:ext>
              </a:extLst>
            </p:cNvPr>
            <p:cNvCxnSpPr>
              <a:cxnSpLocks/>
              <a:endCxn id="20" idx="6"/>
            </p:cNvCxnSpPr>
            <p:nvPr/>
          </p:nvCxnSpPr>
          <p:spPr>
            <a:xfrm rot="16200000" flipV="1">
              <a:off x="4256043" y="3751655"/>
              <a:ext cx="528756" cy="1878041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コネクタ: カギ線 24">
              <a:extLst>
                <a:ext uri="{FF2B5EF4-FFF2-40B4-BE49-F238E27FC236}">
                  <a16:creationId xmlns:a16="http://schemas.microsoft.com/office/drawing/2014/main" id="{6D3589AE-768C-90B4-8770-9FF8D1AB9CE8}"/>
                </a:ext>
              </a:extLst>
            </p:cNvPr>
            <p:cNvCxnSpPr>
              <a:cxnSpLocks/>
              <a:stCxn id="20" idx="2"/>
              <a:endCxn id="18" idx="0"/>
            </p:cNvCxnSpPr>
            <p:nvPr/>
          </p:nvCxnSpPr>
          <p:spPr>
            <a:xfrm rot="10800000" flipV="1">
              <a:off x="1922578" y="4426297"/>
              <a:ext cx="1208822" cy="1300665"/>
            </a:xfrm>
            <a:prstGeom prst="bentConnector2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E9F816E1-EB0A-3330-68CD-CC3357E1FF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9441" y="4955054"/>
              <a:ext cx="0" cy="457200"/>
            </a:xfrm>
            <a:prstGeom prst="straightConnector1">
              <a:avLst/>
            </a:prstGeom>
            <a:ln w="7620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5651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boiledorange7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C0000"/>
      </a:accent1>
      <a:accent2>
        <a:srgbClr val="0099CC"/>
      </a:accent2>
      <a:accent3>
        <a:srgbClr val="006633"/>
      </a:accent3>
      <a:accent4>
        <a:srgbClr val="FF6600"/>
      </a:accent4>
      <a:accent5>
        <a:srgbClr val="336699"/>
      </a:accent5>
      <a:accent6>
        <a:srgbClr val="006600"/>
      </a:accent6>
      <a:hlink>
        <a:srgbClr val="003399"/>
      </a:hlink>
      <a:folHlink>
        <a:srgbClr val="003399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</Words>
  <Application>Microsoft Office PowerPoint</Application>
  <PresentationFormat>ワイド画面</PresentationFormat>
  <Paragraphs>24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Noto Sans JP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郁博 寺元</dc:creator>
  <cp:lastModifiedBy>郁博 寺元</cp:lastModifiedBy>
  <cp:revision>2</cp:revision>
  <dcterms:created xsi:type="dcterms:W3CDTF">2025-10-02T14:23:14Z</dcterms:created>
  <dcterms:modified xsi:type="dcterms:W3CDTF">2025-10-02T14:41:33Z</dcterms:modified>
</cp:coreProperties>
</file>